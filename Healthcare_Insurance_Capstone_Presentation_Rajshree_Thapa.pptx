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0237fc5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90237fc5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helps insurance company identify high-risk diseases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useful for premium planning and risk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0237fc5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90237fc59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Healthcare Insurance Analytics Platform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Capstone Project Presentation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Presented by: Rajshree Thapa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Problem Statement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 insurance company wants to improve revenue and customer insights.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collected from multiple sources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is to analyze customer behavior, claims, and policy trends.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Insights help customize insurance offers and improve business strategy.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Technology Stack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S3 used for raw and cleaned data storage.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PySpark used for data cleansing and transformation.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Redshift used for analytics and reporting.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Databricks / EMR used for big data processing.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used for version control and deployment.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Ingestion using AWS S3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input data and cleaned datasets uploaded into S3 buckets.</a:t>
            </a: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2700350"/>
            <a:ext cx="7350924" cy="35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Ingestion using AWS S3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Cleaned Data Storage in AWS S3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2790100"/>
            <a:ext cx="8397251" cy="37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PySpark Data Processing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PySpark used for schema validation, transformations, and data cleansing.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t/>
            </a:r>
            <a:endParaRPr sz="2600"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2557475"/>
            <a:ext cx="7342149" cy="19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765750"/>
            <a:ext cx="52485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225" y="4731250"/>
            <a:ext cx="5527300" cy="20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Redshift Data Warehouse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Cleaned datasets loaded into Redshift schemas and output tables created.</a:t>
            </a:r>
            <a:endParaRPr sz="2900"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290750"/>
            <a:ext cx="445862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8700" y="3290750"/>
            <a:ext cx="45864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Use Case Outputs - Part 1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 outputs for </a:t>
            </a:r>
            <a:r>
              <a:rPr lang="en-US" sz="2900"/>
              <a:t>Disease with Maximum Claims.</a:t>
            </a:r>
            <a:endParaRPr sz="2900"/>
          </a:p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t/>
            </a:r>
            <a:endParaRPr sz="2900"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825" y="2634475"/>
            <a:ext cx="6935600" cy="30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Use Case Outputs - Part 2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Insights related to </a:t>
            </a:r>
            <a:r>
              <a:rPr lang="en-US"/>
              <a:t>Claims by City and  Hospital Serving Most Patients.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5077500"/>
            <a:ext cx="59436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725" y="2603812"/>
            <a:ext cx="5457825" cy="24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Use Case Outputs - Part </a:t>
            </a:r>
            <a:r>
              <a:rPr lang="en-US"/>
              <a:t>3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Results showing most profitable group.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300" y="2432350"/>
            <a:ext cx="5943600" cy="18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Outcomes &amp; Conclusion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an end-to-end healthcare analytics pipeline.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data cleaning and transformation using PySpark.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business insights using Redshift analytical queries.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can help improve customer targeting and increase revenue.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